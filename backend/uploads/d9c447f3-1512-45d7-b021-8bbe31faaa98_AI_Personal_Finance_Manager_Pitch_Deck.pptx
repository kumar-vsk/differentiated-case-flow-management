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Personal Finance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Innovators Hackathon 2026 | AI/ML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/ Your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India’s taxation system is complex for beginners.</a:t>
            </a:r>
          </a:p>
          <a:p>
            <a:pPr>
              <a:defRPr sz="1800"/>
            </a:pPr>
            <a:r>
              <a:t>Most platforms are technical or require paid experts.</a:t>
            </a:r>
          </a:p>
          <a:p>
            <a:pPr>
              <a:defRPr sz="1800"/>
            </a:pPr>
            <a:r>
              <a:t>Users also need easy access to historical gold price trends.</a:t>
            </a:r>
          </a:p>
          <a:p>
            <a:pPr>
              <a:defRPr sz="1800"/>
            </a:pPr>
            <a:r>
              <a:t>This solution simplifies tax + investment planning in one AI-based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Individuals struggle to:</a:t>
            </a:r>
          </a:p>
          <a:p>
            <a:pPr>
              <a:defRPr sz="1800"/>
            </a:pPr>
            <a:r>
              <a:t>• Understand tax slabs &amp; rules</a:t>
            </a:r>
          </a:p>
          <a:p>
            <a:pPr>
              <a:defRPr sz="1800"/>
            </a:pPr>
            <a:r>
              <a:t>• Calculate income tax accurately</a:t>
            </a:r>
          </a:p>
          <a:p>
            <a:pPr>
              <a:defRPr sz="1800"/>
            </a:pPr>
            <a:r>
              <a:t>• Choose between old vs new regime</a:t>
            </a:r>
          </a:p>
          <a:p>
            <a:pPr>
              <a:defRPr sz="1800"/>
            </a:pPr>
            <a:r>
              <a:t>• Plan investments confidently</a:t>
            </a:r>
          </a:p>
          <a:p>
            <a:pPr>
              <a:defRPr sz="1800"/>
            </a:pPr>
            <a:r>
              <a:t>• Track historical gold rates for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1) Taxation confusion due to complex rules and updates</a:t>
            </a:r>
          </a:p>
          <a:p>
            <a:pPr>
              <a:defRPr sz="1800"/>
            </a:pPr>
            <a:r>
              <a:t>2) Lack of personalized guidance for savings and investments</a:t>
            </a:r>
          </a:p>
          <a:p>
            <a:pPr>
              <a:defRPr sz="1800"/>
            </a:pPr>
            <a:r>
              <a:t>3) No simple gold price history lookup by date/month/year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/ Your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AI-based web application providing:</a:t>
            </a:r>
          </a:p>
          <a:p>
            <a:pPr>
              <a:defRPr sz="1800"/>
            </a:pPr>
            <a:r>
              <a:t>• Simplified tax guidance</a:t>
            </a:r>
          </a:p>
          <a:p>
            <a:pPr>
              <a:defRPr sz="1800"/>
            </a:pPr>
            <a:r>
              <a:t>• Slab-based tax calculator</a:t>
            </a:r>
          </a:p>
          <a:p>
            <a:pPr>
              <a:defRPr sz="1800"/>
            </a:pPr>
            <a:r>
              <a:t>• Personalized saving &amp; investment suggestions</a:t>
            </a:r>
          </a:p>
          <a:p>
            <a:pPr>
              <a:defRPr sz="1800"/>
            </a:pPr>
            <a:r>
              <a:t>• Gold investment module with historical rates</a:t>
            </a:r>
          </a:p>
          <a:p>
            <a:pPr>
              <a:defRPr sz="1800"/>
            </a:pPr>
            <a:r>
              <a:t>• Interactive UI for financial decision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It Unique?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All-in-one platform: Tax + Investment + Gold insights</a:t>
            </a:r>
          </a:p>
          <a:p>
            <a:pPr>
              <a:defRPr sz="1800"/>
            </a:pPr>
            <a:r>
              <a:t>• Beginner-friendly explanations with guided UI</a:t>
            </a:r>
          </a:p>
          <a:p>
            <a:pPr>
              <a:defRPr sz="1800"/>
            </a:pPr>
            <a:r>
              <a:t>• AI-driven personalization and recommendations</a:t>
            </a:r>
          </a:p>
          <a:p>
            <a:pPr>
              <a:defRPr sz="1800"/>
            </a:pPr>
            <a:r>
              <a:t>• Calendar-based historical gold price lookup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/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Interactive dashboard, responsive UI</a:t>
            </a:r>
          </a:p>
          <a:p>
            <a:pPr>
              <a:defRPr sz="1800"/>
            </a:pPr>
            <a:r>
              <a:t>Backend: Tax slab engine, rule-based logic</a:t>
            </a:r>
          </a:p>
          <a:p>
            <a:pPr>
              <a:defRPr sz="1800"/>
            </a:pPr>
            <a:r>
              <a:t>AI/ML: Personalized recommendations &amp; insights</a:t>
            </a:r>
          </a:p>
          <a:p>
            <a:pPr>
              <a:defRPr sz="1800"/>
            </a:pPr>
            <a:r>
              <a:t>Data Layer: Tax rules + gold rate dataset/API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Competitors (KYC)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Existing options:</a:t>
            </a:r>
          </a:p>
          <a:p>
            <a:pPr>
              <a:defRPr sz="1800"/>
            </a:pPr>
            <a:r>
              <a:t>• Online tax calculators (limited features)</a:t>
            </a:r>
          </a:p>
          <a:p>
            <a:pPr>
              <a:defRPr sz="1800"/>
            </a:pPr>
            <a:r>
              <a:t>• Finance apps with complex UI</a:t>
            </a:r>
          </a:p>
          <a:p>
            <a:pPr>
              <a:defRPr sz="1800"/>
            </a:pPr>
            <a:r>
              <a:t>• Paid tax filing services</a:t>
            </a:r>
          </a:p>
          <a:p>
            <a:pPr>
              <a:defRPr sz="1800"/>
            </a:pPr>
            <a:r>
              <a:t>Our advantage: simple + guided + personalized + gold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Target users:</a:t>
            </a:r>
          </a:p>
          <a:p>
            <a:pPr>
              <a:defRPr sz="1800"/>
            </a:pPr>
            <a:r>
              <a:t>• Students, fresh graduates, salaried employees</a:t>
            </a:r>
          </a:p>
          <a:p>
            <a:pPr>
              <a:defRPr sz="1800"/>
            </a:pPr>
            <a:r>
              <a:t>• Freelancers and middle-income families</a:t>
            </a:r>
          </a:p>
          <a:p>
            <a:pPr>
              <a:defRPr sz="1800"/>
            </a:pPr>
            <a:r>
              <a:t>Opportunity:</a:t>
            </a:r>
          </a:p>
          <a:p>
            <a:pPr>
              <a:defRPr sz="1800"/>
            </a:pPr>
            <a:r>
              <a:t>• High demand for simplified tax planning tools</a:t>
            </a:r>
          </a:p>
          <a:p>
            <a:pPr>
              <a:defRPr sz="1800"/>
            </a:pPr>
            <a:r>
              <a:t>• Gold investment remains highly popular in 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Problem: Tax confusion + poor investment planning + no gold trend insights</a:t>
            </a:r>
          </a:p>
          <a:p>
            <a:pPr>
              <a:defRPr sz="1800"/>
            </a:pPr>
            <a:r>
              <a:t>Solution: AI finance manager with tax calculator + recommendations + gold tracker</a:t>
            </a:r>
          </a:p>
          <a:p>
            <a:pPr>
              <a:defRPr sz="1800"/>
            </a:pPr>
            <a:r>
              <a:t>Value: Simple, guided, personalized finance decisions</a:t>
            </a:r>
          </a:p>
          <a:p>
            <a:pPr>
              <a:defRPr sz="1800"/>
            </a:pPr>
            <a:r>
              <a:t>Customers: Beginners, salaried users, middle-income families</a:t>
            </a:r>
          </a:p>
          <a:p>
            <a:pPr>
              <a:defRPr sz="1800"/>
            </a:pPr>
            <a:r>
              <a:t>Future revenue: Freemium + premium insights + partnerships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AI-powered platform simplifies taxation and investment planning.</a:t>
            </a:r>
          </a:p>
          <a:p>
            <a:pPr>
              <a:defRPr sz="1800"/>
            </a:pPr>
            <a:r>
              <a:t>It improves financial literacy, reduces errors, and supports better decisions.</a:t>
            </a:r>
          </a:p>
          <a:p>
            <a:pPr>
              <a:defRPr sz="1800"/>
            </a:pPr>
            <a:r>
              <a:t>Scalable for future features like chatbot support and trend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